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456157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22116276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448035308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119233619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9309061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85538196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410933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7931895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238265390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44E236-CCF9-C1C0-86EF-545AF6239A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107C8C-7701-8282-3A10-6DBED88192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051833-4252-9927-5DF1-C14B61C07D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511D0D-8A3F-CB8B-35E5-8904F9A146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40205-EB69-9922-9A7E-D915227E94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729710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11998876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124602497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7511606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8925010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77705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57790944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56556920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15281446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8326972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750229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35530542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6094443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1465856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4953890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60490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31505279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59572277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104128313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5312815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20978651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39336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77387715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44103697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505608770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25753922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8971220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9167651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6260880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9508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18472180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22958600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91760162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551741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87484537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01368275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331506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38249807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2334323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4169680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08540528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9594092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00743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272605547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587425442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2660765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6877863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6104300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88743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72343037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2663556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4099827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7438443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43530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6935108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96698711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500576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7331403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30307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17888408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94961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671176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245366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14886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440771" y="132905"/>
            <a:ext cx="8954446" cy="1147529"/>
          </a:xfrm>
        </p:spPr>
        <p:txBody>
          <a:bodyPr/>
          <a:lstStyle/>
          <a:p>
            <a:pPr>
              <a:defRPr/>
            </a:pPr>
            <a:r>
              <a:rPr lang="en-US"/>
              <a:t>My summer 2026</a:t>
            </a:r>
            <a:endParaRPr lang="ru-RU"/>
          </a:p>
        </p:txBody>
      </p:sp>
      <p:sp>
        <p:nvSpPr>
          <p:cNvPr id="53826905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440771" y="1280434"/>
            <a:ext cx="9144000" cy="476141"/>
          </a:xfrm>
        </p:spPr>
        <p:txBody>
          <a:bodyPr/>
          <a:lstStyle/>
          <a:p>
            <a:pPr>
              <a:defRPr/>
            </a:pPr>
            <a:r>
              <a:rPr lang="ru-RU"/>
              <a:t>Нагаев Данил</a:t>
            </a:r>
            <a:endParaRPr lang="ru-RU"/>
          </a:p>
        </p:txBody>
      </p:sp>
      <p:pic>
        <p:nvPicPr>
          <p:cNvPr id="109527713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858875" y="2071456"/>
            <a:ext cx="6862645" cy="38602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11905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26136" y="115440"/>
            <a:ext cx="10515600" cy="985020"/>
          </a:xfrm>
        </p:spPr>
        <p:txBody>
          <a:bodyPr/>
          <a:lstStyle/>
          <a:p>
            <a:pPr>
              <a:defRPr/>
            </a:pPr>
            <a:r>
              <a:rPr lang="en-US"/>
              <a:t>My plans</a:t>
            </a:r>
            <a:endParaRPr/>
          </a:p>
        </p:txBody>
      </p:sp>
      <p:pic>
        <p:nvPicPr>
          <p:cNvPr id="20998914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37247" y="1988643"/>
            <a:ext cx="5962649" cy="3971925"/>
          </a:xfrm>
          <a:prstGeom prst="rect">
            <a:avLst/>
          </a:prstGeom>
        </p:spPr>
      </p:pic>
      <p:sp>
        <p:nvSpPr>
          <p:cNvPr id="661352353" name=""/>
          <p:cNvSpPr txBox="1"/>
          <p:nvPr/>
        </p:nvSpPr>
        <p:spPr bwMode="auto">
          <a:xfrm rot="0" flipH="0" flipV="0">
            <a:off x="2960169" y="1387135"/>
            <a:ext cx="590103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just get plenty of sleep and take a break from studying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027258" name="Заголовок 1"/>
          <p:cNvSpPr>
            <a:spLocks noGrp="1"/>
          </p:cNvSpPr>
          <p:nvPr>
            <p:ph type="title"/>
          </p:nvPr>
        </p:nvSpPr>
        <p:spPr bwMode="auto">
          <a:xfrm>
            <a:off x="126136" y="152430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</a:t>
            </a: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nd I met all the 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plans</a:t>
            </a:r>
            <a:endParaRPr/>
          </a:p>
        </p:txBody>
      </p:sp>
      <p:pic>
        <p:nvPicPr>
          <p:cNvPr id="6373769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34761" y="1893810"/>
            <a:ext cx="5963781" cy="3980823"/>
          </a:xfrm>
          <a:prstGeom prst="rect">
            <a:avLst/>
          </a:prstGeom>
        </p:spPr>
      </p:pic>
      <p:pic>
        <p:nvPicPr>
          <p:cNvPr id="168899438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610436" y="914563"/>
            <a:ext cx="2790014" cy="2790014"/>
          </a:xfrm>
          <a:prstGeom prst="rect">
            <a:avLst/>
          </a:prstGeom>
        </p:spPr>
      </p:pic>
      <p:cxnSp>
        <p:nvCxnSpPr>
          <p:cNvPr id="1839383785" name=""/>
          <p:cNvCxnSpPr/>
          <p:nvPr/>
        </p:nvCxnSpPr>
        <p:spPr bwMode="auto">
          <a:xfrm flipH="1" flipV="0">
            <a:off x="6686941" y="3116431"/>
            <a:ext cx="1923495" cy="86002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960350" name="Заголовок 1"/>
          <p:cNvSpPr>
            <a:spLocks noGrp="1"/>
          </p:cNvSpPr>
          <p:nvPr>
            <p:ph type="title"/>
          </p:nvPr>
        </p:nvSpPr>
        <p:spPr bwMode="auto">
          <a:xfrm>
            <a:off x="61403" y="69202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</a:t>
            </a: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he most memorable event</a:t>
            </a:r>
            <a:endParaRPr/>
          </a:p>
        </p:txBody>
      </p:sp>
      <p:pic>
        <p:nvPicPr>
          <p:cNvPr id="16368564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38955" y="1340897"/>
            <a:ext cx="3231858" cy="4989990"/>
          </a:xfrm>
          <a:prstGeom prst="rect">
            <a:avLst/>
          </a:prstGeom>
        </p:spPr>
      </p:pic>
      <p:sp>
        <p:nvSpPr>
          <p:cNvPr id="2137863382" name=""/>
          <p:cNvSpPr txBox="1"/>
          <p:nvPr/>
        </p:nvSpPr>
        <p:spPr bwMode="auto">
          <a:xfrm rot="0" flipH="0" flipV="0">
            <a:off x="5752936" y="1590582"/>
            <a:ext cx="321538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FIFA World cup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776059" name="Заголовок 1"/>
          <p:cNvSpPr>
            <a:spLocks noGrp="1"/>
          </p:cNvSpPr>
          <p:nvPr>
            <p:ph type="title"/>
          </p:nvPr>
        </p:nvSpPr>
        <p:spPr bwMode="auto">
          <a:xfrm>
            <a:off x="107641" y="189420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Everything went as expected, and everything worked out.</a:t>
            </a:r>
            <a:endParaRPr/>
          </a:p>
        </p:txBody>
      </p:sp>
      <p:pic>
        <p:nvPicPr>
          <p:cNvPr id="39525000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88874" y="2068497"/>
            <a:ext cx="5829300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17967" name="Заголовок 1"/>
          <p:cNvSpPr>
            <a:spLocks noGrp="1"/>
          </p:cNvSpPr>
          <p:nvPr>
            <p:ph type="title"/>
          </p:nvPr>
        </p:nvSpPr>
        <p:spPr bwMode="auto">
          <a:xfrm>
            <a:off x="107641" y="189420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summer was completely ordinary—just 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fast</a:t>
            </a: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as always.</a:t>
            </a:r>
            <a:endParaRPr/>
          </a:p>
        </p:txBody>
      </p:sp>
      <p:pic>
        <p:nvPicPr>
          <p:cNvPr id="18256423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28747" y="1566990"/>
            <a:ext cx="4778242" cy="47782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2026-09-16T04:53:09Z</dcterms:modified>
</cp:coreProperties>
</file>